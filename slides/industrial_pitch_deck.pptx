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344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ProcessFormer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13232" y="19019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9E0B"/>
                </a:solidFill>
              </a:rPr>
              <a:t>Models that learn how processes unfold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A sequence model that reads process history, predicts the next state, and flags emerging anomalies before they become downtime.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602736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Infineon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2331720" y="35204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3602736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Sequence model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572000" y="352044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10B981">
              <a:alpha val="9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3602736"/>
            <a:ext cx="1408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Early warning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7498080" y="114300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0B1220"/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1812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Demo promise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818120" y="1993392"/>
            <a:ext cx="260604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300" dirty="0">
                <a:solidFill>
                  <a:srgbClr val="E5E7EB"/>
                </a:solidFill>
              </a:rPr>
              <a:t>Replay a process run</a:t>
            </a:r>
            <a:endParaRPr lang="en-US" sz="1300" dirty="0"/>
          </a:p>
          <a:p>
            <a:r>
              <a:rPr lang="en-US" sz="1300" dirty="0">
                <a:solidFill>
                  <a:srgbClr val="E5E7EB"/>
                </a:solidFill>
              </a:rPr>
              <a:t>Predict next step/state</a:t>
            </a:r>
            <a:endParaRPr lang="en-US" sz="1300" dirty="0"/>
          </a:p>
          <a:p>
            <a:r>
              <a:rPr lang="en-US" sz="1300" dirty="0">
                <a:solidFill>
                  <a:srgbClr val="E5E7EB"/>
                </a:solidFill>
              </a:rPr>
              <a:t>Flag anomaly risk</a:t>
            </a:r>
            <a:endParaRPr lang="en-US" sz="1300" dirty="0"/>
          </a:p>
          <a:p>
            <a:r>
              <a:rPr lang="en-US" sz="1300" dirty="0">
                <a:solidFill>
                  <a:srgbClr val="E5E7EB"/>
                </a:solidFill>
              </a:rPr>
              <a:t>Explain likely cause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Zero One Hack · Industrial repo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process history is sequential, not static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Static classifiers miss how failures emerge over time.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463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3063240" cy="3474720"/>
          </a:xfrm>
          <a:prstGeom prst="roundRect">
            <a:avLst>
              <a:gd name="adj" fmla="val 2388"/>
            </a:avLst>
          </a:prstGeom>
          <a:solidFill>
            <a:srgbClr val="0B1220"/>
          </a:solidFill>
          <a:ln w="12700">
            <a:solidFill>
              <a:srgbClr val="334155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26280" y="1737360"/>
            <a:ext cx="3063240" cy="3474720"/>
          </a:xfrm>
          <a:prstGeom prst="roundRect">
            <a:avLst>
              <a:gd name="adj" fmla="val 2388"/>
            </a:avLst>
          </a:prstGeom>
          <a:solidFill>
            <a:srgbClr val="0B1220"/>
          </a:solidFill>
          <a:ln w="12700">
            <a:solidFill>
              <a:srgbClr val="334155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21040" y="1737360"/>
            <a:ext cx="3063240" cy="3474720"/>
          </a:xfrm>
          <a:prstGeom prst="roundRect">
            <a:avLst>
              <a:gd name="adj" fmla="val 2388"/>
            </a:avLst>
          </a:prstGeom>
          <a:solidFill>
            <a:srgbClr val="0B1220"/>
          </a:solidFill>
          <a:ln w="12700">
            <a:solidFill>
              <a:srgbClr val="334155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Raw logs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23317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200" dirty="0">
                <a:solidFill>
                  <a:srgbClr val="E5E7EB"/>
                </a:solidFill>
              </a:rPr>
              <a:t>Sensor readings</a:t>
            </a:r>
            <a:endParaRPr lang="en-US" sz="1200" dirty="0"/>
          </a:p>
          <a:p>
            <a:r>
              <a:rPr lang="en-US" sz="1200" dirty="0">
                <a:solidFill>
                  <a:srgbClr val="E5E7EB"/>
                </a:solidFill>
              </a:rPr>
              <a:t>Process steps</a:t>
            </a:r>
            <a:endParaRPr lang="en-US" sz="1200" dirty="0"/>
          </a:p>
          <a:p>
            <a:r>
              <a:rPr lang="en-US" sz="1200" dirty="0">
                <a:solidFill>
                  <a:srgbClr val="E5E7EB"/>
                </a:solidFill>
              </a:rPr>
              <a:t>Machine states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Hidden dynamics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00600" y="2606040"/>
            <a:ext cx="242316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200" dirty="0">
                <a:solidFill>
                  <a:srgbClr val="E5E7EB"/>
                </a:solidFill>
              </a:rPr>
              <a:t>Delays</a:t>
            </a:r>
            <a:endParaRPr lang="en-US" sz="1200" dirty="0"/>
          </a:p>
          <a:p>
            <a:r>
              <a:rPr lang="en-US" sz="1200" dirty="0">
                <a:solidFill>
                  <a:srgbClr val="E5E7EB"/>
                </a:solidFill>
              </a:rPr>
              <a:t>Drift</a:t>
            </a:r>
            <a:endParaRPr lang="en-US" sz="1200" dirty="0"/>
          </a:p>
          <a:p>
            <a:r>
              <a:rPr lang="en-US" sz="1200" dirty="0">
                <a:solidFill>
                  <a:srgbClr val="E5E7EB"/>
                </a:solidFill>
              </a:rPr>
              <a:t>Bottlenecks</a:t>
            </a:r>
            <a:endParaRPr lang="en-US" sz="1200" dirty="0"/>
          </a:p>
          <a:p>
            <a:r>
              <a:rPr lang="en-US" sz="1200" dirty="0">
                <a:solidFill>
                  <a:srgbClr val="E5E7EB"/>
                </a:solidFill>
              </a:rPr>
              <a:t>Pre-failure patterns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Operational value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95360" y="2606040"/>
            <a:ext cx="237744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200" dirty="0">
                <a:solidFill>
                  <a:srgbClr val="E5E7EB"/>
                </a:solidFill>
              </a:rPr>
              <a:t>Earlier warning</a:t>
            </a:r>
            <a:endParaRPr lang="en-US" sz="1200" dirty="0"/>
          </a:p>
          <a:p>
            <a:r>
              <a:rPr lang="en-US" sz="1200" dirty="0">
                <a:solidFill>
                  <a:srgbClr val="E5E7EB"/>
                </a:solidFill>
              </a:rPr>
              <a:t>Better yield</a:t>
            </a:r>
            <a:endParaRPr lang="en-US" sz="1200" dirty="0"/>
          </a:p>
          <a:p>
            <a:r>
              <a:rPr lang="en-US" sz="1200" dirty="0">
                <a:solidFill>
                  <a:srgbClr val="E5E7EB"/>
                </a:solidFill>
              </a:rPr>
              <a:t>Less downtime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94760" y="3493008"/>
            <a:ext cx="7315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89520" y="3493008"/>
            <a:ext cx="7315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94360" y="64465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Judge hook: learns unfolding behavior, not static snapshots.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Architecture: process run → sequence encoder → warning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Use A100s only after the local pipeline works.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463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3108960"/>
            <a:ext cx="1371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29200" y="3108960"/>
            <a:ext cx="1371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72400" y="3108960"/>
            <a:ext cx="1371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251460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0B1220"/>
          </a:solidFill>
          <a:ln w="1778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24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Process run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events + sensors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657600" y="251460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0B1220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624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Encoder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4904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Transformer / hybrid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6400800" y="251460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0B1220"/>
          </a:solidFill>
          <a:ln w="1778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624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Heads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next state + anomaly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9144000" y="251460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0B1220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624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3544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replay + warning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1005840" y="4617720"/>
            <a:ext cx="9875520" cy="73152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2700">
            <a:solidFill>
              <a:srgbClr val="334155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25880" y="4846320"/>
            <a:ext cx="923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5E7EB"/>
                </a:solidFill>
              </a:rPr>
              <a:t>Technical depth: sequence masking, next-step prediction, anomaly score, lead-time evaluation, robustness under noise.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94360" y="64465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Industrial architecture slide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Evaluation: sequence learning must beat simple baselines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Industrial judges will ask for reliability, not model hype.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463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4937760" cy="3794760"/>
          </a:xfrm>
          <a:prstGeom prst="roundRect">
            <a:avLst>
              <a:gd name="adj" fmla="val 1928"/>
            </a:avLst>
          </a:prstGeom>
          <a:solidFill>
            <a:srgbClr val="0B1220"/>
          </a:solidFill>
          <a:ln w="12700">
            <a:solidFill>
              <a:srgbClr val="334155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0" y="1691640"/>
            <a:ext cx="4800600" cy="3794760"/>
          </a:xfrm>
          <a:prstGeom prst="roundRect">
            <a:avLst>
              <a:gd name="adj" fmla="val 1928"/>
            </a:avLst>
          </a:prstGeom>
          <a:solidFill>
            <a:srgbClr val="0B1220"/>
          </a:solidFill>
          <a:ln w="12700">
            <a:solidFill>
              <a:srgbClr val="334155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Metrics to show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402336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300" dirty="0">
                <a:solidFill>
                  <a:srgbClr val="E5E7EB"/>
                </a:solidFill>
              </a:rPr>
              <a:t>Next-state accuracy / MAE</a:t>
            </a:r>
            <a:endParaRPr lang="en-US" sz="1300" dirty="0"/>
          </a:p>
          <a:p>
            <a:r>
              <a:rPr lang="en-US" sz="1300" dirty="0">
                <a:solidFill>
                  <a:srgbClr val="E5E7EB"/>
                </a:solidFill>
              </a:rPr>
              <a:t>Anomaly AUC or F1</a:t>
            </a:r>
            <a:endParaRPr lang="en-US" sz="1300" dirty="0"/>
          </a:p>
          <a:p>
            <a:r>
              <a:rPr lang="en-US" sz="1300" dirty="0">
                <a:solidFill>
                  <a:srgbClr val="E5E7EB"/>
                </a:solidFill>
              </a:rPr>
              <a:t>Early-warning lead time</a:t>
            </a:r>
            <a:endParaRPr lang="en-US" sz="1300" dirty="0"/>
          </a:p>
          <a:p>
            <a:r>
              <a:rPr lang="en-US" sz="1300" dirty="0">
                <a:solidFill>
                  <a:srgbClr val="E5E7EB"/>
                </a:solidFill>
              </a:rPr>
              <a:t>Robustness to missing sensors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Baselines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560320"/>
            <a:ext cx="374904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300" dirty="0">
                <a:solidFill>
                  <a:srgbClr val="E5E7EB"/>
                </a:solidFill>
              </a:rPr>
              <a:t>Last-value / majority class</a:t>
            </a:r>
            <a:endParaRPr lang="en-US" sz="1300" dirty="0"/>
          </a:p>
          <a:p>
            <a:r>
              <a:rPr lang="en-US" sz="1300" dirty="0">
                <a:solidFill>
                  <a:srgbClr val="E5E7EB"/>
                </a:solidFill>
              </a:rPr>
              <a:t>Random forest / XGBoost</a:t>
            </a:r>
            <a:endParaRPr lang="en-US" sz="1300" dirty="0"/>
          </a:p>
          <a:p>
            <a:r>
              <a:rPr lang="en-US" sz="1300" dirty="0">
                <a:solidFill>
                  <a:srgbClr val="E5E7EB"/>
                </a:solidFill>
              </a:rPr>
              <a:t>Small LSTM</a:t>
            </a:r>
            <a:endParaRPr lang="en-US" sz="1300" dirty="0"/>
          </a:p>
          <a:p>
            <a:r>
              <a:rPr lang="en-US" sz="1300" dirty="0">
                <a:solidFill>
                  <a:srgbClr val="E5E7EB"/>
                </a:solidFill>
              </a:rPr>
              <a:t>Final sequence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64465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Prove value against a simple baseline.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36-hour implementation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This is the riskiest track, so keep the model small and the demo clear.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463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0B1220"/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22:00–02:00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0392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schema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23544" y="29718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process ids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time order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splits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3474720"/>
            <a:ext cx="6400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182880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0B1220"/>
          </a:solidFill>
          <a:ln w="12700">
            <a:solidFill>
              <a:srgbClr val="334155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39312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Saturday AM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39312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Baseline +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12464" y="29718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baseline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small encoder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metrics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23560" y="3474720"/>
            <a:ext cx="6400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3640" y="182880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0B1220"/>
          </a:solidFill>
          <a:ln w="12700">
            <a:solidFill>
              <a:srgbClr val="334155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28232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Saturday PM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28232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Demo proof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01384" y="29718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process replay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anomaly timeline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explanations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0" y="3474720"/>
            <a:ext cx="6400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182880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0B1220"/>
          </a:solidFill>
          <a:ln w="12700">
            <a:solidFill>
              <a:srgbClr val="334155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17152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Sunday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217152" y="2468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Freeze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90304" y="29718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submission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backup video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Q&amp;A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Industrial plan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can win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It uses the supercompute story without depending on massive overtraining.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1463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6766560" cy="3383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00" dirty="0">
                <a:solidFill>
                  <a:srgbClr val="E5E7EB"/>
                </a:solidFill>
              </a:rPr>
              <a:t>Strong track fit: sequence models and process unfolding are explicit in the challenge.</a:t>
            </a:r>
            <a:endParaRPr lang="en-US" sz="1500" dirty="0"/>
          </a:p>
          <a:p>
            <a:r>
              <a:rPr lang="en-US" sz="1500" dirty="0">
                <a:solidFill>
                  <a:srgbClr val="E5E7EB"/>
                </a:solidFill>
              </a:rPr>
              <a:t>Technical depth: temporal modeling, evaluation, stress tests, and GPU scaling.</a:t>
            </a:r>
            <a:endParaRPr lang="en-US" sz="1500" dirty="0"/>
          </a:p>
          <a:p>
            <a:r>
              <a:rPr lang="en-US" sz="1500" dirty="0">
                <a:solidFill>
                  <a:srgbClr val="E5E7EB"/>
                </a:solidFill>
              </a:rPr>
              <a:t>Demo clarity: process replay makes invisible dynamics visible.</a:t>
            </a:r>
            <a:endParaRPr lang="en-US" sz="1500" dirty="0"/>
          </a:p>
          <a:p>
            <a:r>
              <a:rPr lang="en-US" sz="1500" dirty="0">
                <a:solidFill>
                  <a:srgbClr val="E5E7EB"/>
                </a:solidFill>
              </a:rPr>
              <a:t>Business relevance: early warnings connect to yield, downtime, and throughput.</a:t>
            </a:r>
            <a:endParaRPr lang="en-US" sz="1500" dirty="0"/>
          </a:p>
          <a:p>
            <a:r>
              <a:rPr lang="en-US" sz="1500" dirty="0">
                <a:solidFill>
                  <a:srgbClr val="E5E7EB"/>
                </a:solidFill>
              </a:rPr>
              <a:t>Fallback path: simple sequence baseline still produces a credible technical result.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178308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0" y="21488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Pitch close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95360" y="27889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5E7EB"/>
                </a:solidFill>
              </a:rPr>
              <a:t>“We learn the process as it unfolds, so operations can act before the failure is obvious.”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64465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Industrial final slide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Zero One Hack prep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Hackathon pitch</dc:subject>
  <dc:creator>OpenAI</dc:creator>
  <cp:lastModifiedBy>OpenAI</cp:lastModifiedBy>
  <cp:revision>1</cp:revision>
  <dcterms:created xsi:type="dcterms:W3CDTF">2026-05-26T14:45:44Z</dcterms:created>
  <dcterms:modified xsi:type="dcterms:W3CDTF">2026-05-26T14:45:44Z</dcterms:modified>
</cp:coreProperties>
</file>